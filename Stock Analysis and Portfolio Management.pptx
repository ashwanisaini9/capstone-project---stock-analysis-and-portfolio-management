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B6A6-3FBB-D1E1-2B0F-2080D2507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44E16-2788-3EBF-6125-7EE931832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7F719-BC8C-2A0A-228C-4E7B8EA9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4B46-0448-E5D1-6D4D-96C2522B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370A8-1B21-E271-9799-F9C75396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17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EF21-37FF-EB5B-08A2-B4F89611C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89B4-E08B-610C-4A7D-9CAFF1178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0C2E1-88D9-5E62-6F56-8B6535902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4D05E-5564-1F69-FD18-5BBDCBD9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3DC15-51B3-6364-8287-B4D317AC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20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BD1B-F9B8-AB9F-C159-1C1CB542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28894-5459-D0BE-32A8-B7A63D88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6C22A-88F5-C7AF-0265-ED3D53AE2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22721-9D60-2130-49CE-59397E97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5CB6-10C5-2863-9578-398E2281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24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CC38-EF30-E660-BC9A-7E03A6C4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1B2D0-3909-8621-0DFC-131144FA7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E2066-C17E-4BC5-3C3E-62C2B6E4D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8D6E0-D285-C8BB-70D7-36BD61D2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AF875-9030-A358-462C-EDA9A00B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365E4-7260-279D-C133-0BC7BB14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27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09473-70D8-2A01-BF14-7757F237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E3C2C-B182-748E-447E-B692373C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DF4B9-E40C-F7D8-374F-FF21EEFFC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AE8F0-838F-943E-6052-760B1AD9F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A6CFB-294F-6D64-B7E3-6009C54ED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98CA5-23BE-AD4B-D37B-1939799F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AA967-E42A-3350-0DFF-FC232707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DA13A-44A8-C6AA-C8AB-49999ED7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95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4440-B509-735D-070D-37BAFF19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DFE83-CD24-2A51-99AA-966B10DB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A6B63-D6FB-0F06-58F3-A75D8C604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118F3-5408-3EEC-212E-1751667C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77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BDA959-DCE6-F8D1-F7A9-C1BEB5C1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2AA68-A2C7-0DBC-1422-CF238DF3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EE67A-8BC4-115A-BB24-B8A4F99F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22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A85B-E927-ED3C-76EC-561C456D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EA7FF-C262-5D25-2B03-0687EE99E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11DF1-D474-AAB1-7BF6-BF5541A15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BA3D0-0134-A028-549E-36CAED44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561B0-5ACC-C548-ED26-49DAAAF9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F2E98-AA8C-7492-FA95-E5159BF2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19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EC58-7537-409F-43C7-4BAEB62D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5ADF6-BE8D-0C0D-10F5-678C7E907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92F91-A078-EAB3-2A7C-2E292C5D5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102D5-82F6-7491-1D61-3540BFB3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A6C88-1E4D-7EFE-192A-798B7AC0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12A7B-72A5-8875-4CAE-AE9F4234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74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21C1-4C74-38DC-1E35-9692C7F3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8281F-5095-98FB-A028-1F9F185B3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8C4F8-8225-37A6-8C63-56DC45EC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893C5-FD18-CA8F-79DD-FC4BEC668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5B2B7-CBE8-4060-BFBB-65C143685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5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D652F-8040-3B0C-5FF1-F291610BB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8BAB1-1906-D817-08A7-A5A284688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2E3C5-D172-7CFE-4CF2-AA571021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87292-0987-1A6B-F571-857E0DFF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D6559-7BCB-1152-A255-FEAEC150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2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DB9E4-72FE-D9C7-3BFF-78BD1371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F77BC-32E3-E9F1-63D8-B220295D1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0D7E0-E70A-6235-29B2-D6C0F70E5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EDFD5-2606-493A-B585-BEC1E42876C7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2F9A5-76F6-AAAB-BCA6-B4FA98155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D5504-E256-E441-9C78-D73E85554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F4158-FD10-4EAF-B07B-B98BE22C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261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1A202C"/>
                </a:solidFill>
                <a:effectLst/>
                <a:latin typeface="circular"/>
              </a:rPr>
              <a:t>Stock Analysis and Portfolio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Harsimran, Ashwini and Prasad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9CCF-CCE5-4C3F-BB1D-3274867C6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56382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600" b="1" dirty="0">
                <a:solidFill>
                  <a:srgbClr val="1A202C"/>
                </a:solidFill>
                <a:latin typeface="circular"/>
              </a:rPr>
              <a:t>Recommendation of stocks for your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A0D02-2099-4D5D-99D1-AD32EA95B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728" y="1342240"/>
            <a:ext cx="11174136" cy="355693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We recommend 6 stocks for your portfolio – Goldman Sachs, Johnson &amp; Johnson, Merck and Co inc., Amazon, </a:t>
            </a:r>
            <a:r>
              <a:rPr lang="en-US" sz="2400" dirty="0"/>
              <a:t>Apple Inc Ltd and Alphabet.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Amazon, </a:t>
            </a:r>
            <a:r>
              <a:rPr lang="en-US" sz="2400" dirty="0"/>
              <a:t>Apple Inc Ltd and Alphabet. </a:t>
            </a:r>
            <a:r>
              <a:rPr lang="en-US" dirty="0"/>
              <a:t>belong to the Technology sector, Johnson &amp; Johnson, Merck and Co inc. belong to the Healthcare sector and Goldman Sachs  belongs to the Finance sector. This mix ensures diversification of portfolio.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11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9CCF-CCE5-4C3F-BB1D-3274867C6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56382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600" b="1" dirty="0">
                <a:solidFill>
                  <a:srgbClr val="1A202C"/>
                </a:solidFill>
                <a:latin typeface="circular"/>
              </a:rPr>
              <a:t>Cumulative Returns, Risk and Reward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A0D02-2099-4D5D-99D1-AD32EA95B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728" y="1182849"/>
            <a:ext cx="11174136" cy="1756294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With a Sharpe Ratio of 1.12 ,1.06 ,0.8 and .77  AMZN (Amazon) ,AAPL (Apple), GOOG (Google) and JNJ (Johnson &amp; Johnson) have performed better than SP500 (S&amp;P 500 Index) hence they are top-performing stock in terms of risk adjusted returns.</a:t>
            </a:r>
          </a:p>
          <a:p>
            <a:pPr algn="l"/>
            <a:endParaRPr lang="en-US" sz="26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Even though  GS (Goldman Sachs) and MRK (Merck) have lower Sharpe ratio than SP500 (S&amp;P 500 Index) but considering CAPM , the conservative approach of client and diversification of portfolio we have also taken these two in our final portfolio.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AA9639-B572-4620-AAC4-53A3C029E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13" y="3187319"/>
            <a:ext cx="4702629" cy="211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89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200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circular</vt:lpstr>
      <vt:lpstr>Office Theme</vt:lpstr>
      <vt:lpstr>Stock Analysis and Portfolio Management</vt:lpstr>
      <vt:lpstr>Recommendation of stocks for your portfolio</vt:lpstr>
      <vt:lpstr>Cumulative Returns, Risk and Reward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Harsimran Singh</dc:creator>
  <cp:lastModifiedBy>Ashwani Saini</cp:lastModifiedBy>
  <cp:revision>2</cp:revision>
  <dcterms:created xsi:type="dcterms:W3CDTF">2025-01-12T12:33:45Z</dcterms:created>
  <dcterms:modified xsi:type="dcterms:W3CDTF">2025-01-12T18:26:41Z</dcterms:modified>
</cp:coreProperties>
</file>